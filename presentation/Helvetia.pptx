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Переход: затемнение через чёрное. Замените название, подзаголовок и автора.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Переход: «Занавес» (Curtains). Картина слева — плейсхолдер; правый клик → Изменить рисунок, чтобы поставить свою.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Переход: «Трансформация» (Morph) — картина плавно перетекает из рамы в широкий баннер, заголовок и герб переезжают.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Переход: Morph — картина раскрывается на весь экран и уходит в сумрак, заголовок поднимается вверх.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Переход: «Престиж» (Prestige). Число можно заменить на любую ключевую метрику.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Переход: Morph — герб вырастает в центр, рамка возвращается. Замените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ANNO  MDCXLVIII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Название презентации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38404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Подзаголовок — одна строка о сути выступления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 Фамилия  ·  Город  ·  2026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 thruBlk="1"/>
      </p:transition>
    </mc:Choice>
    <mc:Fallback>
      <p:transition spd="slow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653796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6537960" y="12801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Введение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6537960" y="233172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8" name="Text 4"/>
          <p:cNvSpPr txBox="1"/>
          <p:nvPr/>
        </p:nvSpPr>
        <p:spPr>
          <a:xfrm>
            <a:off x="7452360" y="2377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ступительный абзац. Расскажите, о чём пойдёт речь и почему это важно слушателю именно сейчас.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352044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Второй абзац раскрывает контекст: откуда возникла тема, кого она касается и какой вопрос мы ставим перед собой.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489204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«Цитата или ключевая мысль, выделенная курсивом»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Женевское озеро, ок. 1444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3500">
        <p15:prstTrans prst="curtains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24028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777240" y="2606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777240" y="2926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главные идеи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39319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Первая идея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120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Короткое пояснение в две-три строки: факт, довод или вывод.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498848" y="39319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4498848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Вторая идея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498848" y="5120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Короткое пояснение в две-три строки: факт, довод или вывод.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220456" y="39319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8220456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Третья идея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8220456" y="5120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Короткое пояснение в две-три строки: факт, довод или вывод.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-146304" y="-146304"/>
            <a:ext cx="12484303" cy="7150608"/>
          </a:xfrm>
          <a:prstGeom prst="rect">
            <a:avLst/>
          </a:prstGeom>
          <a:solidFill>
            <a:srgbClr val="8E6A2E"/>
          </a:solidFill>
          <a:ln/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0000"/>
            </a:srgbClr>
          </a:solidFill>
          <a:ln/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377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Союзная грамота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заключают вечный союз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48386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20440" y="2377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8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3749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52044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крупная победа конфедератов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8134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217920" y="2377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1499</a:t>
            </a:r>
            <a:endParaRPr lang="en-US" sz="38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3749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Швабская война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621792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Фактическая независимость от Империи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87882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915400" y="2377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800" dirty="0"/>
          </a:p>
        </p:txBody>
      </p:sp>
      <p:sp>
        <p:nvSpPr>
          <p:cNvPr id="23" name="Text 19"/>
          <p:cNvSpPr txBox="1"/>
          <p:nvPr/>
        </p:nvSpPr>
        <p:spPr>
          <a:xfrm>
            <a:off x="8915400" y="3749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91540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Независимость признана всей Европой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77724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Замените даты на этапы своего проекта — четыре узла держат ритм слайда.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30000"/>
            </a:srgbClr>
          </a:solidFill>
          <a:ln/>
        </p:spPr>
      </p:sp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566928" cy="668975"/>
          </a:xfrm>
          <a:prstGeom prst="rect">
            <a:avLst/>
          </a:prstGeom>
        </p:spPr>
      </p:pic>
      <p:pic>
        <p:nvPicPr>
          <p:cNvPr id="4" name="!!folio" descr="img/parchmen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!!big"/>
          <p:cNvSpPr txBox="1"/>
          <p:nvPr/>
        </p:nvSpPr>
        <p:spPr>
          <a:xfrm>
            <a:off x="6492240" y="1280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7" name="Text 3"/>
          <p:cNvSpPr txBox="1"/>
          <p:nvPr/>
        </p:nvSpPr>
        <p:spPr>
          <a:xfrm>
            <a:off x="649224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7040880" y="39319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Ключевая цифра и короткая подпись к ней — одна мысль, которую должны запомнить.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Unus pro omnibus,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omnes pro uno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343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за всех, все за одного — неофициальный девиз Конфедерации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2500">
        <p15:prstTrans prst="prestig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0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8" y="685800"/>
            <a:ext cx="1371600" cy="1618488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8803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33375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Благодарю за внимание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457200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имя@почта.ru  ·  +7 000 000-00-00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Helvetia — шаблон презентации</dc:title>
  <dc:subject>PptxGenJS Presentation</dc:subject>
  <dc:creator>PptxGenJS</dc:creator>
  <cp:lastModifiedBy>PptxGenJS</cp:lastModifiedBy>
  <cp:revision>1</cp:revision>
  <dcterms:created xsi:type="dcterms:W3CDTF">2026-10-01T12:39:41Z</dcterms:created>
  <dcterms:modified xsi:type="dcterms:W3CDTF">2026-10-01T12:39:41Z</dcterms:modified>
</cp:coreProperties>
</file>