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нашего проекта — «Швейцария в начале XVIII века». В это время по Европе шли большие войны: война за испанское наследство и Северная война. А Швейцария была маленьким союзом горных областей, у которого не было ни короля, ни общей армии. Мы расскажем, как этот союз был устроен, чем жили его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состояла из тринадцати кантонов. Кантон — это область, которая живёт как маленькое государство: у неё свои законы, своя власть и даже своя монета. Это были Ури, Швиц, Унтервальден, Люцерн, Цюрих, Гларус, Цуг, Берн, Фрибур, Золотурн, Базель, Шаффхаузен и Аппенцелль. Общей столицы и общего правительства не было. Общие дела решал сейм — это собрание послов, которых присылал каждый кантон. Но решение сейма кантон мог принять, а мог и отказаться. Рядом с кантонами были союзники — земли, которые дружили с ними, но не были полноправными членами союза: Женева, Граубюнден, Вале, Невшатель. А ещё были подвластные земли, например Тургау. Их жители не имели права голоса: кантоны управляли этими землями сообща и присылали туда наместников — чиновников, которые следили за порядком и собирали налоги.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Наёмники — это солдаты, которые за плату служат чужой стране. Швейцарские полки служили Франции, Голландии, Испании и другим державам, а деньги, которые получали солдаты, кормили многие горные деревни, где своей земли и работы не хватало. Второе — ремесло. В деревнях вокруг Цюриха крестьяне дома пряли хлопок и ткали ткани для городских купцов. В Женеве и в горах Юры мастера делали часы и продавали их по всей Европе. Третье — власть патрициев. Патриции — это несколько богатых знатных семей, которые из поколения в поколение правили городом.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В 1701 году началась война за испанское наследство — большая война европейских стран за трон Испании. Швейцарский союз в ней не участвовал и сохранил нейтралитет. Нейтралитет — это когда страна не вступает в чужие войны и не помогает ни одной из сторон. В 1707 году княжество Невшатель — земля, которой правит князь, — выбрало своим правителем короля Пруссии. В 1709 году в битве при Мальплаке швейцарские полки сражались по обе стороны: одни служили Франции, другие — Голландии, и им пришлось воевать друг против друга. В 1712 году между самими кантонами началась война из-за веры. Протестанты и католики — это христиане разных церквей, которые в то время враждовали. Протестанты Цюриха и Берна разбили католические кантоны при Вильмергене и стали самыми сильными в союзе. А в 1723 году майор Давель поднял в земле Во восстание против власти Берна.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Бернулли. Все они были математиками, то есть учёными, которые изучают числа, фигуры и расчёты. В 1707 году в Базеле родился Леонард Эйлер, ученик Иоганна Бернулли. С 1727 года он работал в Петербургской академии наук — главном научном учреждении России — и большую часть жизни провёл в нашей стране. В 1708 году в Берне родился учёный и поэт Альбрехт фон Галлер, а в 1712 году в Женеве — философ Жан-Жак Руссо. Философ — это человек, который размышляет о жизни, обществе и о том, как устроен мир.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сохраняла нейтралитет: она не воевала в чужих войнах, хотя её солдаты-наёмники служили в армиях других стран. Внутри страны были споры из-за веры и власти —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Готовы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3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4"/>
          <p:cNvSpPr txBox="1"/>
          <p:nvPr/>
        </p:nvSpPr>
        <p:spPr>
          <a:xfrm>
            <a:off x="2010125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1" name="!!c1_5"/>
          <p:cNvSpPr txBox="1"/>
          <p:nvPr/>
        </p:nvSpPr>
        <p:spPr>
          <a:xfrm>
            <a:off x="1918685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3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14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5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6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s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3" name="!!c1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4" name="!!c1_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5" name="!!c1_4"/>
          <p:cNvSpPr txBox="1"/>
          <p:nvPr/>
        </p:nvSpPr>
        <p:spPr>
          <a:xfrm>
            <a:off x="7452360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26" name="!!c1_5"/>
          <p:cNvSpPr txBox="1"/>
          <p:nvPr/>
        </p:nvSpPr>
        <p:spPr>
          <a:xfrm>
            <a:off x="6537960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s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7" name="!!c1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8" name="!!c1_3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9" name="!!c1_4"/>
          <p:cNvSpPr txBox="1"/>
          <p:nvPr/>
        </p:nvSpPr>
        <p:spPr>
          <a:xfrm>
            <a:off x="-5196535" y="23317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Кантон — это область, которая живёт как маленькое государство: со своими законами и властью.</a:t>
            </a:r>
            <a:endParaRPr lang="en-US" sz="1500" dirty="0"/>
          </a:p>
        </p:txBody>
      </p:sp>
      <p:sp>
        <p:nvSpPr>
          <p:cNvPr id="10" name="!!c1_5"/>
          <p:cNvSpPr txBox="1"/>
          <p:nvPr/>
        </p:nvSpPr>
        <p:spPr>
          <a:xfrm>
            <a:off x="-6110935" y="3794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Общей столицы и правительства не было. Общие дела решал сейм — собрание послов, которых присылал каждый кантон.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48463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Были и подвластные земли — их жители не имели права голоса, а кантоны управляли ими сообща.</a:t>
            </a:r>
            <a:endParaRPr lang="en-US" sz="1600" dirty="0"/>
          </a:p>
        </p:txBody>
      </p:sp>
      <p:sp>
        <p:nvSpPr>
          <p:cNvPr id="12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13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4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5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6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8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9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0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2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3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4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6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27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8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9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0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1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2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3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4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5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6" name="!!c3_24"/>
          <p:cNvSpPr txBox="1"/>
          <p:nvPr/>
        </p:nvSpPr>
        <p:spPr>
          <a:xfrm>
            <a:off x="1342613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37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38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39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0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1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42" name="!!c2_5"/>
          <p:cNvSpPr txBox="1"/>
          <p:nvPr/>
        </p:nvSpPr>
        <p:spPr>
          <a:xfrm>
            <a:off x="777240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43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4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45" name="!!c2_8"/>
          <p:cNvSpPr txBox="1"/>
          <p:nvPr/>
        </p:nvSpPr>
        <p:spPr>
          <a:xfrm>
            <a:off x="4498848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46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7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48" name="!!c2_11"/>
          <p:cNvSpPr txBox="1"/>
          <p:nvPr/>
        </p:nvSpPr>
        <p:spPr>
          <a:xfrm>
            <a:off x="8220456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Наёмники — это солдаты, которые за плату служат чужой стране. Швейцарские полки служили Франции и Голландии, а их жалованье кормило горные деревни.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 — это несколько богатых знатных семей, которые правили городом.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50292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 — это когда страна не участвует в чужих войнах; поэтому армии соседей на землю Швейцарии не вступали. Протестанты и католики — христиане разных церквей, которые тогда враждовали.</a:t>
            </a:r>
            <a:endParaRPr lang="en-US" sz="13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 — главном научном учреждении России.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0175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Бернулли — математиков, то есть учёных, изучающих числа, фигуры и расчёты. В Берне родился учёный Альбрехт фон Галлер, а в Женеве — философ Жан-Жак Руссо.</a:t>
            </a:r>
            <a:endParaRPr lang="en-US" sz="16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2026-10-02T04:11:52Z</dcterms:created>
  <dcterms:modified xsi:type="dcterms:W3CDTF">2026-10-02T04:11:52Z</dcterms:modified>
</cp:coreProperties>
</file>