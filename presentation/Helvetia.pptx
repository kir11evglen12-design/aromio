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в начале XVIII века». Это время, когда по Европе шли большие войны: за испанское наследство, Северная война. Швейцария была маленьким союзом горных кантонов без короля и общей армии. Я расскажу, как она была устроена, чем жили её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— это союз тринадцати кантонов: Ури, Швиц, Унтервальден, Люцерн, Цюрих, Гларус, Цуг, Берн, Фрибур, Золотурн, Базель, Шаффхаузен и Аппенцелль. Общего правительства и столицы не было. Общие дела обсуждал сейм — съезд послов от кантонов, а решения каждый кантон мог принять или не принять. Рядом с кантонами были их союзники — Женева, Граубюнден, Вале, Невшатель. А ещё были подвластные земли, например Тургау или земли на юге, в Тичино: ими кантоны управляли сообща и присылали туда своих наместников.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Швейцарские полки служили Франции, Голландии, Испании и другим странам. Деньги, которые получали солдаты и их командиры, кормили многие горные деревни. Второе — ремесло. В деревнях вокруг Цюриха крестьяне дома пряли хлопок и ткали ткани для городских купцов. В Женеве и в горах Юры делали часы; на рубеже XVII и XVIII веков часовое дело в Юре начал развивать мастер Даниэль Жанришар. Третье — власть патрициев. В Берне, Люцерне и других городах правили немногие знатные семьи.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С 1701 года шла война за испанское наследство, но Швейцарский союз в ней не участвовал и сохранил нейтралитет. В 1707 году княжество Невшатель выбрало своим правителем короля Пруссии. В 1709 году в битве при Мальплаке швейцарские полки на французской и на голландской службе сражались друг против друга — это показывает, как необычно жила страна наёмников. В 1712 году между кантонами вспыхнула война из-за веры: протестанты Цюриха и Берна разбили католические кантоны при Вильмергене и стали сильнейшими в союзе. А в 1723 году майор Давель поднял в земле Во восстание против власти Берна;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математиков Бернулли. В 1707 году в Базеле родился Леонард Эйлер, ученик Иоганна Бернулли. С 1727 года он работал в Петербургской академии наук и большую часть жизни провёл в России. В 1708 году в Берне родился учёный и поэт Альбрехт фон Галлер, а в 1712 году в Женеве — философ Жан-Жак Руссо. Так маленькая страна дала Европе великих мыслителей.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оставалась нейтральной, хотя вокруг шли большие войны, а её солдаты служили чужим армиям. Внутри страны были споры из-за веры и власти — как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342613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8" name="!!c1_2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9" name="!!c1_3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10" name="!!c1_4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1" name="!!c1_5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13" name="!!c1_7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  <p:sp>
        <p:nvSpPr>
          <p:cNvPr id="14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MDCC — MDCCXXX</a:t>
            </a:r>
            <a:endParaRPr lang="en-US" sz="1300" dirty="0"/>
          </a:p>
        </p:txBody>
      </p:sp>
      <p:sp>
        <p:nvSpPr>
          <p:cNvPr id="15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6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7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MDCC — MDCCXXX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23" name="!!c1_2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4" name="!!c1_3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5" name="!!c1_4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6" name="!!c1_5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28" name="!!c1_7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1187165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7" name="!!c1_2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3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4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5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12" name="!!c1_7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  <p:sp>
        <p:nvSpPr>
          <p:cNvPr id="13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14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5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6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7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9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20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1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3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4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5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7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28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9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1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2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3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5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6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7" name="!!c3_24"/>
          <p:cNvSpPr txBox="1"/>
          <p:nvPr/>
        </p:nvSpPr>
        <p:spPr>
          <a:xfrm>
            <a:off x="1342613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38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39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40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1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2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43" name="!!c2_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44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5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46" name="!!c2_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47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8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49" name="!!c2_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2026-10-01T18:38:52Z</dcterms:created>
  <dcterms:modified xsi:type="dcterms:W3CDTF">2026-10-01T18:38:52Z</dcterms:modified>
</cp:coreProperties>
</file>